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291" autoAdjust="0"/>
  </p:normalViewPr>
  <p:slideViewPr>
    <p:cSldViewPr snapToGrid="0" snapToObjects="1">
      <p:cViewPr varScale="1">
        <p:scale>
          <a:sx n="90" d="100"/>
          <a:sy n="90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897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8859384101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2743200" cy="2743200"/>
          </a:xfrm>
          <a:prstGeom prst="ellipse">
            <a:avLst/>
          </a:prstGeom>
          <a:solidFill>
            <a:srgbClr val="D35400">
              <a:alpha val="4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🍕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 SALES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kern="0" spc="400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USING SQL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286000" y="3337560"/>
            <a:ext cx="45720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520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BBAA"/>
                </a:solidFill>
              </a:rPr>
              <a:t>13 SQL Queries  •  4 Tables  •  MySQL Database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🍕  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 Sales Database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5"/>
                </a:solidFill>
              </a:rPr>
              <a:t>A comprehensive MySQL dataset capturing a full year of pizza orders — used to derive business insights through structured SQL queries across 3 complexity levels.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0116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</a:rPr>
              <a:t>Columns: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4107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Every order placed with date &amp;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874520"/>
            <a:ext cx="20116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 order_details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7752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</a:rPr>
              <a:t>Columns: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87752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order_details_id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87752" y="34107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Line items — which pizza in each order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72584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874520"/>
            <a:ext cx="20116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🍕  pizzas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</a:rPr>
              <a:t>Columns: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4024" y="34107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All pizza variants with size &amp; price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48856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1874520"/>
            <a:ext cx="20116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2008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pizza_types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0296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</a:rPr>
              <a:t>Columns: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0296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0296" y="34107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Pizza names, categories &amp; ingredients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09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📅  Full Year Dataset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06040" y="4709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🍕  32 Pizza Types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709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📦  4 Categories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03720" y="4709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💰  Revenue Analysis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🔗  DATABASE SCHEMA &amp; RELATIONSHIPS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1920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713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🔑 order_id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801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date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1920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order_details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700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🔑 order_details_id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5400"/>
                </a:solidFill>
              </a:rPr>
              <a:t>🔗 order_id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5400"/>
                </a:solidFill>
              </a:rPr>
              <a:t>🔗 pizza_id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quantity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685800"/>
            <a:ext cx="1920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713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pizzas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00584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0241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🔑 pizza_id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1261872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2801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5400"/>
                </a:solidFill>
              </a:rPr>
              <a:t>🔗 pizza_type_id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51790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5361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size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1773936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7922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price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2514600"/>
            <a:ext cx="1920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pizza_types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834640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852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🔑 pizza_type_id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090672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1089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name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334670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3649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category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3602736"/>
            <a:ext cx="19202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E0C8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6210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05"/>
                </a:solidFill>
              </a:rPr>
              <a:t>ingredients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80160" y="1572768"/>
            <a:ext cx="0" cy="75895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41732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1 : 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89320" y="1572768"/>
            <a:ext cx="0" cy="941832"/>
          </a:xfrm>
          <a:prstGeom prst="line">
            <a:avLst/>
          </a:prstGeom>
          <a:noFill/>
          <a:ln w="19050">
            <a:solidFill>
              <a:srgbClr val="D35400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12648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35400"/>
                </a:solidFill>
              </a:rPr>
              <a:t>1 : 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40280" y="2880360"/>
            <a:ext cx="278892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3291840" y="2651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A020"/>
                </a:solidFill>
              </a:rPr>
              <a:t>JOIN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020"/>
                </a:solidFill>
              </a:rPr>
              <a:t>🔑 Primary Key    🔗 Foreign Key    — — —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D35400">
              <a:alpha val="2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📋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QUERIES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5943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 – 5  |  Foundation Level SQL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the total number of orders placed.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COUNT(order_id)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54864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Total_orders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21,350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 the total revenue generated from pizza sales.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order_details.quantity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pizzas.price), 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pizzas.pizza_id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order_details.pizza_id;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54864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Total_Revenue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817860.05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highest-priced pizza.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pizza_types.name,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pizzas.price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pizza_types.pizza_type_id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pizzas.price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5486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Pizza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Greek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35.95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most common pizza size ordered.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pizzas.size,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.order_details_id)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order_count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pizzas.pizza_id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order_details.pizza_id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pizzas.size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order_count DESC;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6459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 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18526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15635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14403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XL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XXL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the top 5 most ordered pizza types along with quantities.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pizza_types.name,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SUM(order_details.quantity)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pizza_types.pizza_type_id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order_details.pizza_id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pizza_types.name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quantity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6459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Pizza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Classic Deluxe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2453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Barbecue Chicken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2432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Hawaiian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2422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Pepperoni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2418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Thai Chicken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D35400">
              <a:alpha val="2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🔗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 QUERIES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5943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 – 10  |  Multi-Table JOINs &amp; Aggregation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necessary tables to find the total quantity of each pizza category ordered.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pizza_types.category,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SUM(order_details.quantity)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pizza_types.pizza_type_id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order_details.pizza_id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pizza_types.category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quantity DESC;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Qty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14888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11987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11649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11050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the distribution of orders by hour of the 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HOUR(order_time) AS Hour,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COUNT(order_id) AS Order_Count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HOUR(order_time);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2194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 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1231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2520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2455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2336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2009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relevant tables to find the category-wise distribution of pizzas.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COUNT(name) AS 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category;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the orders by date and calculate the average number of pizzas ordered per 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ROUND(AVG(quantity),0)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avg_pizza_ordered_per_day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orders.order_date,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SUM(order_details.quantity)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orders.order_id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order_details.order_id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orders.order_date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order_quantity;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54864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Pizzas / 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138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19" y="594360"/>
            <a:ext cx="9271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the top 3 most ordered pizza types based on revenue.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pizza_types.name,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SUM(order_details.quantity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pizzas.price)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pizza_types.pizza_type_id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order_details.pizza_id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pizzas.pizza_id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pizza_types.name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0972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Pizza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Thai Chicken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43434.25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Barbecue Chicken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42768.00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The California Chicken Pizza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41409.50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D35400">
              <a:alpha val="2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🚀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QUERIES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5943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11 – 13  |  Window Functions &amp; Subqueries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19" y="594360"/>
            <a:ext cx="91652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 the percentage contribution of each pizza type to total revenue.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pizza_types.category,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ROUND(SUM(od.quantity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p.price) /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ROUND(SUM(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od2.quantity * p2.price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),2) FROM order_details od2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JOIN pizzas p2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 p2.pizza_id=od2.pizza_id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* 100, 2)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pizzas p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order_details od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26.91%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25.46%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23.96%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23.68%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9058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the cumulative revenue generated over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order_date,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SUM(revenue) OVER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cum_revenue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orders.order_date,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SUM(order_details.quantity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* pizzas.price)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pizzas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order_details.pizza_id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pizzas.pizza_id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orders.order_id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order_details.order_id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orders.order_date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sales;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order_date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cum_revenue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2015-01-01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2713.85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2015-01-02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5316.70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2015-01-03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8013.55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315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9058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0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the top 3 most ordered pizza types based on revenue for each pizza category.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</a:rPr>
              <a:t>SQL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673352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revenue FROM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category, name, revenue,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revenue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pt.category, pt.name,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SUM(od.quantity*p.price)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pizza_types 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pizzas p ON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order_details od ON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pt.category, pt.name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a) AS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rn &lt;= 3;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4297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62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📊  OUTPUT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18488"/>
          <a:ext cx="4297680" cy="164592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Pizza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Thai 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43434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BBQ Chicken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42768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Classic Deluxe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38180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Spicy Italian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34831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Five Cheese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0A05"/>
                          </a:solidFill>
                        </a:rPr>
                        <a:t>26066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</a:rPr>
              <a:t>🍕  Pizza Sales SQL Analysis  |  MySQL Project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D35400">
              <a:alpha val="20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 KEY INSIGHTS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3210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Total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21,350 orders placed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77724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77724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83210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Total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3258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$817,860.05 earned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7724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83210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👑  Priciest Pizza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The Greek Pizza @ $35.95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77724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77724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83210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📏  Fav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3258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Large (L) — most popular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5176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066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🍕  Top Pizza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Classic Deluxe (2,453 orders)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468880" y="265176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265176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7066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Top Revenue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Thai Chicken — $43,434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265176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65176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066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⏰  Peak Hour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12 PM — 2,520 orders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0" y="2651760"/>
            <a:ext cx="1965960" cy="1600200"/>
          </a:xfrm>
          <a:prstGeom prst="rect">
            <a:avLst/>
          </a:prstGeom>
          <a:solidFill>
            <a:srgbClr val="2A0D0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265176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7066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Daily Avg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</a:rPr>
              <a:t>~138 pizzas ordered/day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🍕  Pizza Sales SQL Analysis  •  13 Queries  •  MySQL  •  </a:t>
            </a:r>
            <a:r>
              <a:rPr lang="en-IN" sz="1000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https://github.com/8859384101/</a:t>
            </a:r>
            <a:r>
              <a:rPr lang="en-US" sz="1000" dirty="0">
                <a:solidFill>
                  <a:srgbClr val="FFFFFF"/>
                </a:solidFill>
              </a:rPr>
              <a:t>pizza-sales-</a:t>
            </a:r>
            <a:r>
              <a:rPr lang="en-US" sz="1000" dirty="0" err="1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1691</Words>
  <Application>Microsoft Office PowerPoint</Application>
  <PresentationFormat>On-screen Show (16:9)</PresentationFormat>
  <Paragraphs>443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 bisht</cp:lastModifiedBy>
  <cp:revision>9</cp:revision>
  <dcterms:created xsi:type="dcterms:W3CDTF">2026-04-04T18:47:07Z</dcterms:created>
  <dcterms:modified xsi:type="dcterms:W3CDTF">2026-04-04T19:27:22Z</dcterms:modified>
</cp:coreProperties>
</file>